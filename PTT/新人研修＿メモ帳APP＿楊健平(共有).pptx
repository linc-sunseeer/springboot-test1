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4" r:id="rId5"/>
    <p:sldMasterId id="214748368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6858000" cx="12192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05">
          <p15:clr>
            <a:srgbClr val="A4A3A4"/>
          </p15:clr>
        </p15:guide>
        <p15:guide id="2" pos="38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D2EE0C-B72F-49A2-89D6-5125515E377D}">
  <a:tblStyle styleId="{A1D2EE0C-B72F-49A2-89D6-5125515E377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05" orient="horz"/>
        <p:guide pos="384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CN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3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4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5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6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7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8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8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5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7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9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>
  <p:cSld name="标题幻灯片"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9490237" y="321259"/>
            <a:ext cx="2464998" cy="2403231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99000">
                <a:srgbClr val="D8D8E3">
                  <a:alpha val="23921"/>
                </a:srgbClr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 rot="10800000">
            <a:off x="261015" y="2411670"/>
            <a:ext cx="1887415" cy="1840120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803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 flipH="1" rot="10800000">
            <a:off x="750570" y="6305550"/>
            <a:ext cx="715645" cy="762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6" name="Google Shape;26;p2"/>
          <p:cNvSpPr txBox="1"/>
          <p:nvPr>
            <p:ph type="ctrTitle"/>
          </p:nvPr>
        </p:nvSpPr>
        <p:spPr>
          <a:xfrm>
            <a:off x="883644" y="809127"/>
            <a:ext cx="9144000" cy="189674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Arial"/>
              <a:buNone/>
              <a:defRPr b="1" sz="66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1" type="subTitle"/>
          </p:nvPr>
        </p:nvSpPr>
        <p:spPr>
          <a:xfrm>
            <a:off x="883643" y="3017520"/>
            <a:ext cx="9144000" cy="890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2"/>
          <p:cNvSpPr txBox="1"/>
          <p:nvPr>
            <p:ph idx="2" type="body"/>
          </p:nvPr>
        </p:nvSpPr>
        <p:spPr>
          <a:xfrm>
            <a:off x="883644" y="5050433"/>
            <a:ext cx="3365430" cy="579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type="title"/>
          </p:nvPr>
        </p:nvSpPr>
        <p:spPr>
          <a:xfrm>
            <a:off x="669882" y="443234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" type="body"/>
          </p:nvPr>
        </p:nvSpPr>
        <p:spPr>
          <a:xfrm>
            <a:off x="669882" y="952508"/>
            <a:ext cx="10852237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Autofit/>
          </a:bodyPr>
          <a:lstStyle>
            <a:lvl1pPr indent="-3302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6474460"/>
            <a:ext cx="12249150" cy="3835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 txBox="1"/>
          <p:nvPr>
            <p:ph type="title"/>
          </p:nvPr>
        </p:nvSpPr>
        <p:spPr>
          <a:xfrm>
            <a:off x="4676775" y="2059757"/>
            <a:ext cx="6243774" cy="92202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4676775" y="3102596"/>
            <a:ext cx="6243774" cy="1401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bg>
      <p:bgPr>
        <a:solidFill>
          <a:schemeClr val="lt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669882" y="443234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676280" y="952508"/>
            <a:ext cx="5283242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Autofit/>
          </a:bodyPr>
          <a:lstStyle>
            <a:lvl1pPr indent="-3302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2" type="body"/>
          </p:nvPr>
        </p:nvSpPr>
        <p:spPr>
          <a:xfrm>
            <a:off x="6245227" y="952508"/>
            <a:ext cx="5283242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bg>
      <p:bgPr>
        <a:solidFill>
          <a:schemeClr val="lt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669882" y="443234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669930" y="952508"/>
            <a:ext cx="5283242" cy="3810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669925" y="1406525"/>
            <a:ext cx="5283200" cy="493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Autofit/>
          </a:bodyPr>
          <a:lstStyle>
            <a:lvl1pPr indent="-3302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235750" y="952508"/>
            <a:ext cx="5283242" cy="3810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235750" y="1406525"/>
            <a:ext cx="5283242" cy="493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Autofit/>
          </a:bodyPr>
          <a:lstStyle>
            <a:lvl1pPr indent="-3302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669882" y="443230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bg>
      <p:bgPr>
        <a:solidFill>
          <a:schemeClr val="l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>
  <p:cSld name="图片与标题">
    <p:bg>
      <p:bgPr>
        <a:solidFill>
          <a:schemeClr val="lt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669930" y="443234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/>
          <p:nvPr>
            <p:ph idx="2" type="pic"/>
          </p:nvPr>
        </p:nvSpPr>
        <p:spPr>
          <a:xfrm>
            <a:off x="669930" y="952508"/>
            <a:ext cx="5283242" cy="5388907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6238925" y="952508"/>
            <a:ext cx="5283242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bg>
      <p:bgPr>
        <a:solidFill>
          <a:schemeClr val="lt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 rot="5400000">
            <a:off x="8352174" y="3171470"/>
            <a:ext cx="5388907" cy="950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 rot="5400000">
            <a:off x="2889522" y="-1267097"/>
            <a:ext cx="5388907" cy="982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">
  <p:cSld name="内容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669930" y="952508"/>
            <a:ext cx="10852237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末尾幻灯片">
  <p:cSld name="末尾幻灯片"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266065" y="313690"/>
            <a:ext cx="11683365" cy="563499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rgbClr val="213A71">
              <a:alpha val="1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9480712" y="313004"/>
            <a:ext cx="2464998" cy="2403231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/>
          <p:nvPr/>
        </p:nvSpPr>
        <p:spPr>
          <a:xfrm rot="10800000">
            <a:off x="261015" y="4113028"/>
            <a:ext cx="1887415" cy="1840120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803"/>
                </a:srgbClr>
              </a:gs>
              <a:gs pos="99000">
                <a:schemeClr val="lt2"/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2"/>
          <p:cNvSpPr txBox="1"/>
          <p:nvPr>
            <p:ph type="title"/>
          </p:nvPr>
        </p:nvSpPr>
        <p:spPr>
          <a:xfrm>
            <a:off x="1320799" y="2376714"/>
            <a:ext cx="6653601" cy="16073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Font typeface="Arial"/>
              <a:buNone/>
              <a:defRPr b="1" i="0" sz="9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通用">
  <p:cSld name="通用"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>
            <a:off x="9727092" y="-51"/>
            <a:ext cx="2464998" cy="2403231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803"/>
                </a:srgbClr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 rot="10800000">
            <a:off x="0" y="5480050"/>
            <a:ext cx="1412875" cy="1377950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803"/>
                </a:srgbClr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>
            <p:ph type="title"/>
          </p:nvPr>
        </p:nvSpPr>
        <p:spPr>
          <a:xfrm>
            <a:off x="669882" y="443230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相框">
  <p:cSld name="相框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1281600" y="1249200"/>
            <a:ext cx="96264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1281113" y="2163600"/>
            <a:ext cx="9626600" cy="3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左右">
  <p:cSld name="左右"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dk2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 rot="-5400000">
            <a:off x="-21591" y="25773"/>
            <a:ext cx="1741805" cy="1698625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 rot="10800000">
            <a:off x="0" y="5913755"/>
            <a:ext cx="976630" cy="952500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D8D8E3">
                  <a:alpha val="23921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>
            <a:off x="583200" y="770400"/>
            <a:ext cx="39600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586800" y="1764000"/>
            <a:ext cx="3956400" cy="4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2" type="body"/>
          </p:nvPr>
        </p:nvSpPr>
        <p:spPr>
          <a:xfrm>
            <a:off x="5101200" y="769938"/>
            <a:ext cx="6480000" cy="508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上下">
  <p:cSld name="上下"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dk2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 rot="-5400000">
            <a:off x="-18383" y="15240"/>
            <a:ext cx="1243965" cy="1213485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D8D8E3">
                  <a:alpha val="23921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10344785" y="0"/>
            <a:ext cx="1847215" cy="1801495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12000" y="781200"/>
            <a:ext cx="10976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612000" y="1659600"/>
            <a:ext cx="10975975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2" type="body"/>
          </p:nvPr>
        </p:nvSpPr>
        <p:spPr>
          <a:xfrm>
            <a:off x="612775" y="2808000"/>
            <a:ext cx="109656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下上">
  <p:cSld name="下上">
    <p:bg>
      <p:bgPr>
        <a:solidFill>
          <a:schemeClr val="lt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3810" y="5029201"/>
            <a:ext cx="12192000" cy="1828799"/>
          </a:xfrm>
          <a:prstGeom prst="rect">
            <a:avLst/>
          </a:prstGeom>
          <a:solidFill>
            <a:schemeClr val="dk2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 rot="10800000">
            <a:off x="3810" y="5905500"/>
            <a:ext cx="976630" cy="952500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D8D8E3">
                  <a:alpha val="23921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>
            <p:ph type="title"/>
          </p:nvPr>
        </p:nvSpPr>
        <p:spPr>
          <a:xfrm>
            <a:off x="604800" y="669600"/>
            <a:ext cx="109764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604837" y="1681200"/>
            <a:ext cx="10990800" cy="3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2" type="body"/>
          </p:nvPr>
        </p:nvSpPr>
        <p:spPr>
          <a:xfrm>
            <a:off x="594000" y="5180400"/>
            <a:ext cx="110016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导航">
  <p:cSld name="导航">
    <p:bg>
      <p:bgPr>
        <a:solidFill>
          <a:schemeClr val="l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dk2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579755" y="193040"/>
            <a:ext cx="11037570" cy="52133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579600" y="1663200"/>
            <a:ext cx="5342400" cy="28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idx="2" type="body"/>
          </p:nvPr>
        </p:nvSpPr>
        <p:spPr>
          <a:xfrm>
            <a:off x="6242400" y="1663200"/>
            <a:ext cx="5367600" cy="28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8"/>
          <p:cNvSpPr txBox="1"/>
          <p:nvPr>
            <p:ph idx="3" type="body"/>
          </p:nvPr>
        </p:nvSpPr>
        <p:spPr>
          <a:xfrm>
            <a:off x="572400" y="4816800"/>
            <a:ext cx="53424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idx="4" type="body"/>
          </p:nvPr>
        </p:nvSpPr>
        <p:spPr>
          <a:xfrm>
            <a:off x="6253200" y="4813200"/>
            <a:ext cx="53676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腰带">
  <p:cSld name="腰带">
    <p:bg>
      <p:bgPr>
        <a:solidFill>
          <a:schemeClr val="dk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/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 txBox="1"/>
          <p:nvPr>
            <p:ph type="title"/>
          </p:nvPr>
        </p:nvSpPr>
        <p:spPr>
          <a:xfrm>
            <a:off x="1522800" y="1339200"/>
            <a:ext cx="914400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101600" spcFirstLastPara="1" rIns="76200" wrap="square" tIns="38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1522413" y="3862800"/>
            <a:ext cx="9144000" cy="16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bg>
      <p:bgPr>
        <a:solidFill>
          <a:schemeClr val="lt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/>
          <p:nvPr/>
        </p:nvSpPr>
        <p:spPr>
          <a:xfrm>
            <a:off x="0" y="6474460"/>
            <a:ext cx="12249150" cy="3835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 txBox="1"/>
          <p:nvPr>
            <p:ph type="title"/>
          </p:nvPr>
        </p:nvSpPr>
        <p:spPr>
          <a:xfrm>
            <a:off x="4676775" y="2059757"/>
            <a:ext cx="6243774" cy="92202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4676775" y="3102596"/>
            <a:ext cx="6243774" cy="1401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21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1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上下">
  <p:cSld name="上下"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dk2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2"/>
          <p:cNvSpPr/>
          <p:nvPr/>
        </p:nvSpPr>
        <p:spPr>
          <a:xfrm rot="-5400000">
            <a:off x="-18383" y="15240"/>
            <a:ext cx="1243965" cy="1213485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D8D8E3">
                  <a:alpha val="23921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10344785" y="0"/>
            <a:ext cx="1847215" cy="1801495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 txBox="1"/>
          <p:nvPr>
            <p:ph type="title"/>
          </p:nvPr>
        </p:nvSpPr>
        <p:spPr>
          <a:xfrm>
            <a:off x="612000" y="781200"/>
            <a:ext cx="10976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2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612000" y="1659600"/>
            <a:ext cx="10975975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2"/>
          <p:cNvSpPr txBox="1"/>
          <p:nvPr>
            <p:ph idx="2" type="body"/>
          </p:nvPr>
        </p:nvSpPr>
        <p:spPr>
          <a:xfrm>
            <a:off x="612775" y="2808000"/>
            <a:ext cx="109656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通用">
  <p:cSld name="通用">
    <p:bg>
      <p:bgPr>
        <a:solidFill>
          <a:schemeClr val="lt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/>
        </p:nvSpPr>
        <p:spPr>
          <a:xfrm>
            <a:off x="9727092" y="-51"/>
            <a:ext cx="2464998" cy="2403231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803"/>
                </a:srgbClr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"/>
          <p:cNvSpPr/>
          <p:nvPr/>
        </p:nvSpPr>
        <p:spPr>
          <a:xfrm rot="10800000">
            <a:off x="0" y="5480050"/>
            <a:ext cx="1412875" cy="1377950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803"/>
                </a:srgbClr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669882" y="443230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3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左右">
  <p:cSld name="左右"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/>
          <p:nvPr/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dk2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4"/>
          <p:cNvSpPr/>
          <p:nvPr/>
        </p:nvSpPr>
        <p:spPr>
          <a:xfrm rot="-5400000">
            <a:off x="-21591" y="25773"/>
            <a:ext cx="1741805" cy="1698625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4"/>
          <p:cNvSpPr/>
          <p:nvPr/>
        </p:nvSpPr>
        <p:spPr>
          <a:xfrm rot="10800000">
            <a:off x="0" y="5913755"/>
            <a:ext cx="976630" cy="952500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D8D8E3">
                  <a:alpha val="23921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4"/>
          <p:cNvSpPr txBox="1"/>
          <p:nvPr>
            <p:ph type="title"/>
          </p:nvPr>
        </p:nvSpPr>
        <p:spPr>
          <a:xfrm>
            <a:off x="583200" y="770400"/>
            <a:ext cx="39600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4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93" name="Google Shape;193;p24"/>
          <p:cNvSpPr txBox="1"/>
          <p:nvPr>
            <p:ph idx="1" type="body"/>
          </p:nvPr>
        </p:nvSpPr>
        <p:spPr>
          <a:xfrm>
            <a:off x="586800" y="1764000"/>
            <a:ext cx="3956400" cy="4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24"/>
          <p:cNvSpPr txBox="1"/>
          <p:nvPr>
            <p:ph idx="2" type="body"/>
          </p:nvPr>
        </p:nvSpPr>
        <p:spPr>
          <a:xfrm>
            <a:off x="5101200" y="769938"/>
            <a:ext cx="6480000" cy="508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相框">
  <p:cSld name="相框">
    <p:bg>
      <p:bgPr>
        <a:solidFill>
          <a:schemeClr val="dk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5"/>
          <p:cNvSpPr txBox="1"/>
          <p:nvPr>
            <p:ph type="title"/>
          </p:nvPr>
        </p:nvSpPr>
        <p:spPr>
          <a:xfrm>
            <a:off x="1281600" y="1249200"/>
            <a:ext cx="96264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1281113" y="2163600"/>
            <a:ext cx="9626600" cy="3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25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5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末尾幻灯片">
  <p:cSld name="末尾幻灯片">
    <p:bg>
      <p:bgPr>
        <a:solidFill>
          <a:schemeClr val="lt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/>
          <p:nvPr/>
        </p:nvSpPr>
        <p:spPr>
          <a:xfrm>
            <a:off x="266065" y="313690"/>
            <a:ext cx="11683365" cy="563499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rgbClr val="213A71">
              <a:alpha val="1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9480712" y="313004"/>
            <a:ext cx="2464998" cy="2403231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 rot="10800000">
            <a:off x="261015" y="4113028"/>
            <a:ext cx="1887415" cy="1840120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803"/>
                </a:srgbClr>
              </a:gs>
              <a:gs pos="99000">
                <a:schemeClr val="lt2"/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1320799" y="2376714"/>
            <a:ext cx="6653601" cy="16073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Font typeface="Arial"/>
              <a:buNone/>
              <a:defRPr b="1" i="0" sz="9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6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6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腰带">
  <p:cSld name="腰带">
    <p:bg>
      <p:bgPr>
        <a:solidFill>
          <a:schemeClr val="dk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/>
          <p:nvPr/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7"/>
          <p:cNvSpPr txBox="1"/>
          <p:nvPr>
            <p:ph type="title"/>
          </p:nvPr>
        </p:nvSpPr>
        <p:spPr>
          <a:xfrm>
            <a:off x="1522800" y="1339200"/>
            <a:ext cx="914400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101600" spcFirstLastPara="1" rIns="76200" wrap="square" tIns="38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7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7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1522413" y="3862800"/>
            <a:ext cx="9144000" cy="16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bg>
      <p:bgPr>
        <a:solidFill>
          <a:schemeClr val="lt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8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8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>
  <p:cSld name="标题幻灯片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/>
          <p:nvPr/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9490237" y="321259"/>
            <a:ext cx="2464998" cy="2403231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99000">
                <a:srgbClr val="D8D8E3">
                  <a:alpha val="23921"/>
                </a:srgbClr>
              </a:gs>
              <a:gs pos="100000">
                <a:srgbClr val="D8D8E3">
                  <a:alpha val="2392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9"/>
          <p:cNvSpPr/>
          <p:nvPr/>
        </p:nvSpPr>
        <p:spPr>
          <a:xfrm rot="10800000">
            <a:off x="261015" y="2411670"/>
            <a:ext cx="1887415" cy="1840120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803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9"/>
          <p:cNvSpPr/>
          <p:nvPr/>
        </p:nvSpPr>
        <p:spPr>
          <a:xfrm flipH="1" rot="10800000">
            <a:off x="750570" y="6305550"/>
            <a:ext cx="715645" cy="762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9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9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34" name="Google Shape;234;p29"/>
          <p:cNvSpPr txBox="1"/>
          <p:nvPr>
            <p:ph type="ctrTitle"/>
          </p:nvPr>
        </p:nvSpPr>
        <p:spPr>
          <a:xfrm>
            <a:off x="883644" y="809127"/>
            <a:ext cx="9144000" cy="189674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Arial"/>
              <a:buNone/>
              <a:defRPr b="1" sz="66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29"/>
          <p:cNvSpPr txBox="1"/>
          <p:nvPr>
            <p:ph idx="1" type="subTitle"/>
          </p:nvPr>
        </p:nvSpPr>
        <p:spPr>
          <a:xfrm>
            <a:off x="883643" y="3017520"/>
            <a:ext cx="9144000" cy="890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6" name="Google Shape;236;p29"/>
          <p:cNvSpPr txBox="1"/>
          <p:nvPr>
            <p:ph idx="2" type="body"/>
          </p:nvPr>
        </p:nvSpPr>
        <p:spPr>
          <a:xfrm>
            <a:off x="883644" y="5050433"/>
            <a:ext cx="3365430" cy="579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bg>
      <p:bgPr>
        <a:solidFill>
          <a:schemeClr val="lt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 txBox="1"/>
          <p:nvPr>
            <p:ph type="title"/>
          </p:nvPr>
        </p:nvSpPr>
        <p:spPr>
          <a:xfrm>
            <a:off x="669882" y="443234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1" type="body"/>
          </p:nvPr>
        </p:nvSpPr>
        <p:spPr>
          <a:xfrm>
            <a:off x="669882" y="952508"/>
            <a:ext cx="10852237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Autofit/>
          </a:bodyPr>
          <a:lstStyle>
            <a:lvl1pPr indent="-3302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0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bg>
      <p:bgPr>
        <a:solidFill>
          <a:schemeClr val="lt2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title"/>
          </p:nvPr>
        </p:nvSpPr>
        <p:spPr>
          <a:xfrm>
            <a:off x="669882" y="443234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1"/>
          <p:cNvSpPr txBox="1"/>
          <p:nvPr>
            <p:ph idx="1" type="body"/>
          </p:nvPr>
        </p:nvSpPr>
        <p:spPr>
          <a:xfrm>
            <a:off x="676280" y="952508"/>
            <a:ext cx="5283242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Autofit/>
          </a:bodyPr>
          <a:lstStyle>
            <a:lvl1pPr indent="-3302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2" type="body"/>
          </p:nvPr>
        </p:nvSpPr>
        <p:spPr>
          <a:xfrm>
            <a:off x="6245227" y="952508"/>
            <a:ext cx="5283242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1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31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bg>
      <p:bgPr>
        <a:solidFill>
          <a:schemeClr val="lt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669882" y="443234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669930" y="952508"/>
            <a:ext cx="5283242" cy="3810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3" name="Google Shape;253;p32"/>
          <p:cNvSpPr txBox="1"/>
          <p:nvPr>
            <p:ph idx="2" type="body"/>
          </p:nvPr>
        </p:nvSpPr>
        <p:spPr>
          <a:xfrm>
            <a:off x="669925" y="1406525"/>
            <a:ext cx="5283200" cy="493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Autofit/>
          </a:bodyPr>
          <a:lstStyle>
            <a:lvl1pPr indent="-3302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32"/>
          <p:cNvSpPr txBox="1"/>
          <p:nvPr>
            <p:ph idx="3" type="body"/>
          </p:nvPr>
        </p:nvSpPr>
        <p:spPr>
          <a:xfrm>
            <a:off x="6235750" y="952508"/>
            <a:ext cx="5283242" cy="3810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5" name="Google Shape;255;p32"/>
          <p:cNvSpPr txBox="1"/>
          <p:nvPr>
            <p:ph idx="4" type="body"/>
          </p:nvPr>
        </p:nvSpPr>
        <p:spPr>
          <a:xfrm>
            <a:off x="6235750" y="1406525"/>
            <a:ext cx="5283242" cy="493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Autofit/>
          </a:bodyPr>
          <a:lstStyle>
            <a:lvl1pPr indent="-3302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2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bg>
      <p:bgPr>
        <a:solidFill>
          <a:schemeClr val="lt2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669882" y="443230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>
  <p:cSld name="图片与标题">
    <p:bg>
      <p:bgPr>
        <a:solidFill>
          <a:schemeClr val="lt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669930" y="443234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34"/>
          <p:cNvSpPr/>
          <p:nvPr>
            <p:ph idx="2" type="pic"/>
          </p:nvPr>
        </p:nvSpPr>
        <p:spPr>
          <a:xfrm>
            <a:off x="669930" y="952508"/>
            <a:ext cx="5283242" cy="5388907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4"/>
          <p:cNvSpPr txBox="1"/>
          <p:nvPr>
            <p:ph idx="1" type="body"/>
          </p:nvPr>
        </p:nvSpPr>
        <p:spPr>
          <a:xfrm>
            <a:off x="6238925" y="952508"/>
            <a:ext cx="5283242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4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bg>
      <p:bgPr>
        <a:solidFill>
          <a:schemeClr val="lt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/>
          <p:nvPr>
            <p:ph type="title"/>
          </p:nvPr>
        </p:nvSpPr>
        <p:spPr>
          <a:xfrm rot="5400000">
            <a:off x="8352174" y="3171470"/>
            <a:ext cx="5388907" cy="950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35"/>
          <p:cNvSpPr txBox="1"/>
          <p:nvPr>
            <p:ph idx="1" type="body"/>
          </p:nvPr>
        </p:nvSpPr>
        <p:spPr>
          <a:xfrm rot="5400000">
            <a:off x="2889522" y="-1267097"/>
            <a:ext cx="5388907" cy="982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4" name="Google Shape;274;p35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35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35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">
  <p:cSld name="内容"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6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36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669930" y="952508"/>
            <a:ext cx="10852237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下上">
  <p:cSld name="下上">
    <p:bg>
      <p:bgPr>
        <a:solidFill>
          <a:schemeClr val="l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7"/>
          <p:cNvSpPr/>
          <p:nvPr/>
        </p:nvSpPr>
        <p:spPr>
          <a:xfrm>
            <a:off x="3810" y="5029201"/>
            <a:ext cx="12192000" cy="1828799"/>
          </a:xfrm>
          <a:prstGeom prst="rect">
            <a:avLst/>
          </a:prstGeom>
          <a:solidFill>
            <a:schemeClr val="dk2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7"/>
          <p:cNvSpPr/>
          <p:nvPr/>
        </p:nvSpPr>
        <p:spPr>
          <a:xfrm rot="10800000">
            <a:off x="3810" y="5905500"/>
            <a:ext cx="976630" cy="952500"/>
          </a:xfrm>
          <a:custGeom>
            <a:rect b="b" l="l" r="r" t="t"/>
            <a:pathLst>
              <a:path extrusionOk="0" h="3419170" w="350705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D8D8E3">
                  <a:alpha val="23921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7"/>
          <p:cNvSpPr txBox="1"/>
          <p:nvPr>
            <p:ph type="title"/>
          </p:nvPr>
        </p:nvSpPr>
        <p:spPr>
          <a:xfrm>
            <a:off x="604800" y="669600"/>
            <a:ext cx="109764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7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7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89" name="Google Shape;289;p37"/>
          <p:cNvSpPr txBox="1"/>
          <p:nvPr>
            <p:ph idx="1" type="body"/>
          </p:nvPr>
        </p:nvSpPr>
        <p:spPr>
          <a:xfrm>
            <a:off x="604837" y="1681200"/>
            <a:ext cx="10990800" cy="3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37"/>
          <p:cNvSpPr txBox="1"/>
          <p:nvPr>
            <p:ph idx="2" type="body"/>
          </p:nvPr>
        </p:nvSpPr>
        <p:spPr>
          <a:xfrm>
            <a:off x="594000" y="5180400"/>
            <a:ext cx="110016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导航">
  <p:cSld name="导航">
    <p:bg>
      <p:bgPr>
        <a:solidFill>
          <a:schemeClr val="lt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/>
          <p:nvPr/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dk2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8"/>
          <p:cNvSpPr txBox="1"/>
          <p:nvPr>
            <p:ph type="title"/>
          </p:nvPr>
        </p:nvSpPr>
        <p:spPr>
          <a:xfrm>
            <a:off x="579755" y="193040"/>
            <a:ext cx="11037570" cy="52133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38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8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97" name="Google Shape;297;p38"/>
          <p:cNvSpPr txBox="1"/>
          <p:nvPr>
            <p:ph idx="1" type="body"/>
          </p:nvPr>
        </p:nvSpPr>
        <p:spPr>
          <a:xfrm>
            <a:off x="579600" y="1663200"/>
            <a:ext cx="5342400" cy="28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8" name="Google Shape;298;p38"/>
          <p:cNvSpPr txBox="1"/>
          <p:nvPr>
            <p:ph idx="2" type="body"/>
          </p:nvPr>
        </p:nvSpPr>
        <p:spPr>
          <a:xfrm>
            <a:off x="6242400" y="1663200"/>
            <a:ext cx="5367600" cy="28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p38"/>
          <p:cNvSpPr txBox="1"/>
          <p:nvPr>
            <p:ph idx="3" type="body"/>
          </p:nvPr>
        </p:nvSpPr>
        <p:spPr>
          <a:xfrm>
            <a:off x="572400" y="4816800"/>
            <a:ext cx="53424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0" name="Google Shape;300;p38"/>
          <p:cNvSpPr txBox="1"/>
          <p:nvPr>
            <p:ph idx="4" type="body"/>
          </p:nvPr>
        </p:nvSpPr>
        <p:spPr>
          <a:xfrm>
            <a:off x="6253200" y="4813200"/>
            <a:ext cx="53676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69882" y="443230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69882" y="952508"/>
            <a:ext cx="10852237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669882" y="443230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669882" y="952508"/>
            <a:ext cx="10852237" cy="5388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10" type="dt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20"/>
          <p:cNvSpPr txBox="1"/>
          <p:nvPr>
            <p:ph idx="11" type="ftr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ctrTitle"/>
          </p:nvPr>
        </p:nvSpPr>
        <p:spPr>
          <a:xfrm>
            <a:off x="883644" y="809127"/>
            <a:ext cx="9144000" cy="189674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7AA"/>
              </a:buClr>
              <a:buSzPts val="6600"/>
              <a:buFont typeface="Arial"/>
              <a:buNone/>
            </a:pPr>
            <a:r>
              <a:rPr b="0" lang="zh-CN">
                <a:solidFill>
                  <a:srgbClr val="3157AA"/>
                </a:solidFill>
              </a:rPr>
              <a:t>メモ帳</a:t>
            </a:r>
            <a:endParaRPr b="0">
              <a:solidFill>
                <a:srgbClr val="3157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9"/>
          <p:cNvSpPr txBox="1"/>
          <p:nvPr>
            <p:ph idx="1" type="subTitle"/>
          </p:nvPr>
        </p:nvSpPr>
        <p:spPr>
          <a:xfrm>
            <a:off x="883643" y="3017520"/>
            <a:ext cx="9144000" cy="890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zh-CN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株式会社サンシーア　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zh-CN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研修</a:t>
            </a:r>
            <a:endParaRPr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zh-CN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楊　健平（ヨウ　ケンヘイ）</a:t>
            </a:r>
            <a:endParaRPr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/>
        </p:nvSpPr>
        <p:spPr>
          <a:xfrm>
            <a:off x="1134110" y="1323975"/>
            <a:ext cx="3341370" cy="3486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1500" u="none" cap="none" strike="noStrike"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2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0"/>
          <p:cNvSpPr txBox="1"/>
          <p:nvPr>
            <p:ph type="title"/>
          </p:nvPr>
        </p:nvSpPr>
        <p:spPr>
          <a:xfrm>
            <a:off x="4668520" y="2506797"/>
            <a:ext cx="6243774" cy="92202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lang="zh-CN"/>
              <a:t>App</a:t>
            </a:r>
            <a:r>
              <a:rPr lang="zh-CN"/>
              <a:t>概要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/>
          <p:nvPr>
            <p:ph type="title"/>
          </p:nvPr>
        </p:nvSpPr>
        <p:spPr>
          <a:xfrm>
            <a:off x="612000" y="562760"/>
            <a:ext cx="10976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lang="zh-CN" sz="4000">
                <a:latin typeface="Arial"/>
                <a:ea typeface="Arial"/>
                <a:cs typeface="Arial"/>
                <a:sym typeface="Arial"/>
              </a:rPr>
              <a:t>機能一覧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9" name="Google Shape;319;p41"/>
          <p:cNvGraphicFramePr/>
          <p:nvPr/>
        </p:nvGraphicFramePr>
        <p:xfrm>
          <a:off x="1543915" y="18651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{A1D2EE0C-B72F-49A2-89D6-5125515E377D}</a:tableStyleId>
              </a:tblPr>
              <a:tblGrid>
                <a:gridCol w="3082300"/>
                <a:gridCol w="3082300"/>
                <a:gridCol w="3084200"/>
              </a:tblGrid>
              <a:tr h="68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/>
                        <a:t>メモ一覧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400">
                          <a:solidFill>
                            <a:schemeClr val="dk1"/>
                          </a:solidFill>
                        </a:rPr>
                        <a:t>削除・復元・移動</a:t>
                      </a:r>
                      <a:endParaRPr/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/>
                        <a:t>並び替え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68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/>
                        <a:t>新規</a:t>
                      </a:r>
                      <a:r>
                        <a:rPr lang="zh-CN" sz="2400"/>
                        <a:t>作成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400"/>
                        <a:t>編集・写真/動画追加</a:t>
                      </a:r>
                      <a:endParaRPr sz="2400"/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/>
                        <a:t>検索・</a:t>
                      </a:r>
                      <a:r>
                        <a:rPr lang="zh-CN" sz="2400"/>
                        <a:t>置き換え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68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/>
                        <a:t>ピン留め・解除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/>
                        <a:t>シェア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/>
                        <a:t>複数選択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68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/>
                        <a:t>フォルダ一覧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/>
                        <a:t>設定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/>
                        <a:t>アウトフォーマット</a:t>
                      </a:r>
                      <a:endParaRPr/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8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/>
                        <a:t>新規・</a:t>
                      </a:r>
                      <a:r>
                        <a:rPr lang="zh-CN" sz="2400"/>
                        <a:t>削除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>
                          <a:solidFill>
                            <a:schemeClr val="dk1"/>
                          </a:solidFill>
                        </a:rPr>
                        <a:t>外観モード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800"/>
                        <a:t>アクセシビリティサポート</a:t>
                      </a:r>
                      <a:endParaRPr sz="800"/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8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CN" sz="2400"/>
                        <a:t>名称変更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400"/>
                        <a:t>フィードバック送信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　</a:t>
                      </a:r>
                      <a:r>
                        <a:rPr lang="zh-CN" sz="2000"/>
                        <a:t>アウトクリア</a:t>
                      </a:r>
                      <a:endParaRPr sz="1600"/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"/>
          <p:cNvSpPr txBox="1"/>
          <p:nvPr/>
        </p:nvSpPr>
        <p:spPr>
          <a:xfrm>
            <a:off x="1134110" y="1323975"/>
            <a:ext cx="3341370" cy="3486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1500" u="none" cap="none" strike="noStrike"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2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2"/>
          <p:cNvSpPr txBox="1"/>
          <p:nvPr>
            <p:ph type="title"/>
          </p:nvPr>
        </p:nvSpPr>
        <p:spPr>
          <a:xfrm>
            <a:off x="4676775" y="857067"/>
            <a:ext cx="6243774" cy="92202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lang="zh-CN"/>
              <a:t>開発環境</a:t>
            </a:r>
            <a:endParaRPr/>
          </a:p>
        </p:txBody>
      </p:sp>
      <p:sp>
        <p:nvSpPr>
          <p:cNvPr id="326" name="Google Shape;326;p42"/>
          <p:cNvSpPr txBox="1"/>
          <p:nvPr>
            <p:ph idx="1" type="body"/>
          </p:nvPr>
        </p:nvSpPr>
        <p:spPr>
          <a:xfrm>
            <a:off x="4676775" y="1929765"/>
            <a:ext cx="6243955" cy="4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 fontScale="92500" lnSpcReduction="2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IDE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zh-CN"/>
              <a:t>Android Studio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zh-CN"/>
              <a:t>フレームワーク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zh-CN"/>
              <a:t>Flutter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zh-CN"/>
              <a:t>依存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  provider  shared_preferences  sqflite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  super_clipboard  image_picker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   timezone  animations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  share_plus  flutter_email_sender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None/>
            </a:pPr>
            <a:r>
              <a:rPr lang="zh-CN"/>
              <a:t>  logger    flutter_quill_extensions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データベース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zh-CN"/>
              <a:t>SQLite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 txBox="1"/>
          <p:nvPr>
            <p:ph type="title"/>
          </p:nvPr>
        </p:nvSpPr>
        <p:spPr>
          <a:xfrm>
            <a:off x="606382" y="5767070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lang="zh-CN" sz="4000"/>
              <a:t>スケジュール</a:t>
            </a:r>
            <a:endParaRPr sz="4000"/>
          </a:p>
        </p:txBody>
      </p:sp>
      <p:sp>
        <p:nvSpPr>
          <p:cNvPr id="332" name="Google Shape;332;p43"/>
          <p:cNvSpPr txBox="1"/>
          <p:nvPr/>
        </p:nvSpPr>
        <p:spPr>
          <a:xfrm>
            <a:off x="285750" y="5281930"/>
            <a:ext cx="1353820" cy="141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3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1500" u="none" cap="none" strike="noStrike"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2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3" name="Google Shape;333;p43"/>
          <p:cNvGraphicFramePr/>
          <p:nvPr/>
        </p:nvGraphicFramePr>
        <p:xfrm>
          <a:off x="424400" y="150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{A1D2EE0C-B72F-49A2-89D6-5125515E377D}</a:tableStyleId>
              </a:tblPr>
              <a:tblGrid>
                <a:gridCol w="1421175"/>
                <a:gridCol w="225400"/>
                <a:gridCol w="382850"/>
                <a:gridCol w="225400"/>
                <a:gridCol w="254700"/>
                <a:gridCol w="225400"/>
                <a:gridCol w="225400"/>
                <a:gridCol w="382850"/>
                <a:gridCol w="225400"/>
                <a:gridCol w="326750"/>
                <a:gridCol w="326750"/>
                <a:gridCol w="326750"/>
                <a:gridCol w="225400"/>
                <a:gridCol w="225400"/>
                <a:gridCol w="225400"/>
                <a:gridCol w="294875"/>
                <a:gridCol w="254700"/>
                <a:gridCol w="225400"/>
                <a:gridCol w="225400"/>
                <a:gridCol w="225400"/>
                <a:gridCol w="225400"/>
                <a:gridCol w="326750"/>
                <a:gridCol w="326750"/>
                <a:gridCol w="326750"/>
                <a:gridCol w="225400"/>
                <a:gridCol w="225400"/>
                <a:gridCol w="225400"/>
                <a:gridCol w="225400"/>
                <a:gridCol w="225400"/>
                <a:gridCol w="225950"/>
                <a:gridCol w="326750"/>
                <a:gridCol w="326750"/>
                <a:gridCol w="326750"/>
                <a:gridCol w="326750"/>
                <a:gridCol w="326750"/>
                <a:gridCol w="326750"/>
                <a:gridCol w="382850"/>
              </a:tblGrid>
              <a:tr h="479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  <a:r>
                        <a:rPr b="0" lang="zh-CN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/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26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5/1</a:t>
                      </a:r>
                      <a:endParaRPr sz="120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15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YaHe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31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</a:tr>
              <a:tr h="377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Microsoft YaHei"/>
                        <a:buNone/>
                      </a:pPr>
                      <a:r>
                        <a:rPr b="0" lang="zh-CN" sz="1200" u="none" cap="none" strike="noStrike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学</a:t>
                      </a:r>
                      <a:r>
                        <a:rPr b="0" lang="zh-CN" sz="1200" u="none" cap="none" strike="noStrike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習</a:t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0" lang="zh-CN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発表</a:t>
                      </a:r>
                      <a:endParaRPr b="0" sz="18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Arial"/>
                        <a:buNone/>
                      </a:pPr>
                      <a:r>
                        <a:rPr b="0" lang="zh-CN" sz="1200" u="none" cap="none" strike="noStrike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設計</a:t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vMerge="1"/>
              </a:tr>
              <a:tr h="437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Microsoft YaHei"/>
                        <a:buNone/>
                      </a:pPr>
                      <a:r>
                        <a:rPr b="0" lang="zh-CN" sz="1200" u="none" cap="none" strike="noStrike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開発</a:t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  <a:tr h="437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Arial"/>
                        <a:buNone/>
                      </a:pPr>
                      <a:r>
                        <a:rPr b="0" lang="zh-CN" sz="1200" u="none" cap="none" strike="noStrike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単</a:t>
                      </a:r>
                      <a:r>
                        <a:rPr b="0" lang="zh-CN" sz="1200" u="none" cap="none" strike="noStrike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体テスト</a:t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vMerge="1"/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Arial"/>
                        <a:buNone/>
                      </a:pPr>
                      <a:r>
                        <a:rPr b="0" lang="zh-CN" sz="1200" u="none" cap="none" strike="noStrike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結</a:t>
                      </a:r>
                      <a:r>
                        <a:rPr b="0" lang="zh-CN" sz="1200" u="none" cap="none" strike="noStrike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合テスト</a:t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 vMerge="1"/>
              </a:tr>
              <a:tr h="418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Arial"/>
                        <a:buNone/>
                      </a:pPr>
                      <a:r>
                        <a:rPr b="0" lang="zh-CN" sz="1200" u="none" cap="none" strike="noStrike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資</a:t>
                      </a:r>
                      <a:r>
                        <a:rPr b="0" lang="zh-CN" sz="1200" u="none" cap="none" strike="noStrike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料作成</a:t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40404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2700" marB="45725" marR="12700" marL="12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5B5"/>
                    </a:solidFill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/>
          <p:nvPr>
            <p:ph idx="1" type="body"/>
          </p:nvPr>
        </p:nvSpPr>
        <p:spPr>
          <a:xfrm>
            <a:off x="179070" y="1840865"/>
            <a:ext cx="4645025" cy="444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/>
              <a:t>Provider：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/>
              <a:t>依存関係の注入と状態管理、Flutterアプリ内で効率的にデータを共有するため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/>
              <a:t>Semantic：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/>
              <a:t>TalkBackなどのアクセシビリティ機能をサポート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/>
              <a:t>Calculator：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/>
              <a:t>アプリ内の計算を担当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/>
              <a:t>Setting：ページの外観モードを調整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39" name="Google Shape;339;p44"/>
          <p:cNvSpPr txBox="1"/>
          <p:nvPr>
            <p:ph type="title"/>
          </p:nvPr>
        </p:nvSpPr>
        <p:spPr>
          <a:xfrm>
            <a:off x="103505" y="333375"/>
            <a:ext cx="5236210" cy="1318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zh-CN"/>
              <a:t>基本設計</a:t>
            </a:r>
            <a:br>
              <a:rPr lang="zh-CN"/>
            </a:br>
            <a:r>
              <a:rPr lang="zh-CN"/>
              <a:t>アーキテクチャ図</a:t>
            </a:r>
            <a:endParaRPr/>
          </a:p>
        </p:txBody>
      </p:sp>
      <p:pic>
        <p:nvPicPr>
          <p:cNvPr id="340" name="Google Shape;3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715" y="139350"/>
            <a:ext cx="6547487" cy="6230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 txBox="1"/>
          <p:nvPr>
            <p:ph type="title"/>
          </p:nvPr>
        </p:nvSpPr>
        <p:spPr>
          <a:xfrm>
            <a:off x="287020" y="5355590"/>
            <a:ext cx="5236210" cy="1318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zh-CN"/>
              <a:t>基本設計-データベース</a:t>
            </a:r>
            <a:endParaRPr/>
          </a:p>
        </p:txBody>
      </p:sp>
      <p:sp>
        <p:nvSpPr>
          <p:cNvPr id="346" name="Google Shape;346;p45"/>
          <p:cNvSpPr txBox="1"/>
          <p:nvPr/>
        </p:nvSpPr>
        <p:spPr>
          <a:xfrm>
            <a:off x="5768175" y="1455400"/>
            <a:ext cx="27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FF0000"/>
                </a:solidFill>
              </a:rPr>
              <a:t>メモ&lt;</a:t>
            </a:r>
            <a:r>
              <a:rPr b="0" i="0" lang="zh-C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--&gt;</a:t>
            </a:r>
            <a:r>
              <a:rPr lang="zh-CN" sz="1800">
                <a:solidFill>
                  <a:srgbClr val="FF0000"/>
                </a:solidFill>
              </a:rPr>
              <a:t>フォルダ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5"/>
          <p:cNvSpPr txBox="1"/>
          <p:nvPr/>
        </p:nvSpPr>
        <p:spPr>
          <a:xfrm>
            <a:off x="5768175" y="4446365"/>
            <a:ext cx="203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45"/>
          <p:cNvPicPr preferRelativeResize="0"/>
          <p:nvPr/>
        </p:nvPicPr>
        <p:blipFill rotWithShape="1">
          <a:blip r:embed="rId3">
            <a:alphaModFix/>
          </a:blip>
          <a:srcRect b="4389" l="0" r="0" t="0"/>
          <a:stretch/>
        </p:blipFill>
        <p:spPr>
          <a:xfrm>
            <a:off x="7335725" y="1953163"/>
            <a:ext cx="4378650" cy="13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073" y="1394800"/>
            <a:ext cx="4780350" cy="3164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45"/>
          <p:cNvCxnSpPr/>
          <p:nvPr/>
        </p:nvCxnSpPr>
        <p:spPr>
          <a:xfrm flipH="1" rot="10800000">
            <a:off x="5523225" y="2353800"/>
            <a:ext cx="2099400" cy="1970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/>
          <p:nvPr>
            <p:ph type="title"/>
          </p:nvPr>
        </p:nvSpPr>
        <p:spPr>
          <a:xfrm>
            <a:off x="3554095" y="5648960"/>
            <a:ext cx="52362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zh-CN"/>
              <a:t>基本設計-画面遷移図</a:t>
            </a:r>
            <a:endParaRPr/>
          </a:p>
        </p:txBody>
      </p:sp>
      <p:pic>
        <p:nvPicPr>
          <p:cNvPr id="356" name="Google Shape;3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5000" y="178500"/>
            <a:ext cx="9124900" cy="585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type="title"/>
          </p:nvPr>
        </p:nvSpPr>
        <p:spPr>
          <a:xfrm>
            <a:off x="1281600" y="1214910"/>
            <a:ext cx="96264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苦労と反省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7"/>
          <p:cNvSpPr txBox="1"/>
          <p:nvPr>
            <p:ph idx="1" type="body"/>
          </p:nvPr>
        </p:nvSpPr>
        <p:spPr>
          <a:xfrm>
            <a:off x="1281113" y="2163600"/>
            <a:ext cx="9626600" cy="3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/>
              <a:t>Flutterの知識を勉強しながら課題を完成しましたが、アーキテクチャはあまりにも雑です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新しい知識をますます習得するにつれて、</a:t>
            </a:r>
            <a:r>
              <a:rPr lang="zh-CN"/>
              <a:t>flutterに対しての理解も変わっていました、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/>
              <a:t>設計を何</a:t>
            </a:r>
            <a:r>
              <a:rPr lang="zh-CN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度も変更せざるを得ませんでした。</a:t>
            </a:r>
            <a:endParaRPr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/>
          <p:nvPr>
            <p:ph type="title"/>
          </p:nvPr>
        </p:nvSpPr>
        <p:spPr>
          <a:xfrm>
            <a:off x="1281600" y="1214910"/>
            <a:ext cx="96264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改善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8"/>
          <p:cNvSpPr txBox="1"/>
          <p:nvPr>
            <p:ph idx="1" type="body"/>
          </p:nvPr>
        </p:nvSpPr>
        <p:spPr>
          <a:xfrm>
            <a:off x="1281113" y="2163600"/>
            <a:ext cx="9626600" cy="3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/>
              <a:t>機能を追加する際に画面のデザインに影響を与えやすく、</a:t>
            </a:r>
            <a:r>
              <a:rPr lang="zh-CN"/>
              <a:t>デザインをやり直すべき。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zh-CN"/>
              <a:t>アーキテクチャの知識を学んで、アプリを作り直すべきです。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 txBox="1"/>
          <p:nvPr>
            <p:ph type="title"/>
          </p:nvPr>
        </p:nvSpPr>
        <p:spPr>
          <a:xfrm>
            <a:off x="1039178" y="2625408"/>
            <a:ext cx="10113645" cy="16071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</a:pPr>
            <a:r>
              <a:rPr lang="zh-CN" sz="4800"/>
              <a:t>ご清聴ありがとうございました</a:t>
            </a:r>
            <a:endParaRPr sz="4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"/>
          <p:cNvSpPr txBox="1"/>
          <p:nvPr>
            <p:ph type="title"/>
          </p:nvPr>
        </p:nvSpPr>
        <p:spPr>
          <a:xfrm>
            <a:off x="1524000" y="2235600"/>
            <a:ext cx="914400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01600" spcFirstLastPara="1" rIns="76200" wrap="square" tIns="381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</a:pPr>
            <a:r>
              <a:rPr lang="zh-CN"/>
              <a:t>Q&amp;A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1"/>
          <p:cNvSpPr/>
          <p:nvPr/>
        </p:nvSpPr>
        <p:spPr>
          <a:xfrm>
            <a:off x="0" y="0"/>
            <a:ext cx="12192635" cy="110871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1171F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84" name="Google Shape;384;p51"/>
          <p:cNvGrpSpPr/>
          <p:nvPr/>
        </p:nvGrpSpPr>
        <p:grpSpPr>
          <a:xfrm>
            <a:off x="1226185" y="1770380"/>
            <a:ext cx="3931285" cy="779780"/>
            <a:chOff x="5674" y="2418"/>
            <a:chExt cx="6191" cy="1228"/>
          </a:xfrm>
        </p:grpSpPr>
        <p:sp>
          <p:nvSpPr>
            <p:cNvPr id="385" name="Google Shape;385;p51"/>
            <p:cNvSpPr txBox="1"/>
            <p:nvPr/>
          </p:nvSpPr>
          <p:spPr>
            <a:xfrm>
              <a:off x="6763" y="2418"/>
              <a:ext cx="5102" cy="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システム概要</a:t>
              </a:r>
              <a:endPara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51"/>
            <p:cNvSpPr txBox="1"/>
            <p:nvPr/>
          </p:nvSpPr>
          <p:spPr>
            <a:xfrm>
              <a:off x="5674" y="2436"/>
              <a:ext cx="1284" cy="1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87" name="Google Shape;387;p51"/>
            <p:cNvCxnSpPr/>
            <p:nvPr/>
          </p:nvCxnSpPr>
          <p:spPr>
            <a:xfrm rot="10800000">
              <a:off x="5674" y="3383"/>
              <a:ext cx="1701" cy="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88" name="Google Shape;388;p51"/>
          <p:cNvSpPr txBox="1"/>
          <p:nvPr/>
        </p:nvSpPr>
        <p:spPr>
          <a:xfrm>
            <a:off x="755650" y="696595"/>
            <a:ext cx="1880235" cy="695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目次</a:t>
            </a:r>
            <a:endParaRPr b="1"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89" name="Google Shape;389;p51"/>
          <p:cNvGrpSpPr/>
          <p:nvPr/>
        </p:nvGrpSpPr>
        <p:grpSpPr>
          <a:xfrm>
            <a:off x="1226185" y="2799080"/>
            <a:ext cx="3931285" cy="779780"/>
            <a:chOff x="5674" y="2418"/>
            <a:chExt cx="6191" cy="1228"/>
          </a:xfrm>
        </p:grpSpPr>
        <p:sp>
          <p:nvSpPr>
            <p:cNvPr id="390" name="Google Shape;390;p51"/>
            <p:cNvSpPr txBox="1"/>
            <p:nvPr/>
          </p:nvSpPr>
          <p:spPr>
            <a:xfrm>
              <a:off x="6763" y="2418"/>
              <a:ext cx="5102" cy="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開発環境と言語</a:t>
              </a:r>
              <a:endPara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1"/>
            <p:cNvSpPr txBox="1"/>
            <p:nvPr/>
          </p:nvSpPr>
          <p:spPr>
            <a:xfrm>
              <a:off x="5674" y="2436"/>
              <a:ext cx="1284" cy="1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92" name="Google Shape;392;p51"/>
            <p:cNvCxnSpPr/>
            <p:nvPr/>
          </p:nvCxnSpPr>
          <p:spPr>
            <a:xfrm rot="10800000">
              <a:off x="5674" y="3383"/>
              <a:ext cx="1701" cy="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93" name="Google Shape;393;p51"/>
          <p:cNvGrpSpPr/>
          <p:nvPr/>
        </p:nvGrpSpPr>
        <p:grpSpPr>
          <a:xfrm>
            <a:off x="1226185" y="3839210"/>
            <a:ext cx="3931285" cy="779780"/>
            <a:chOff x="5674" y="2418"/>
            <a:chExt cx="6191" cy="1228"/>
          </a:xfrm>
        </p:grpSpPr>
        <p:sp>
          <p:nvSpPr>
            <p:cNvPr id="394" name="Google Shape;394;p51"/>
            <p:cNvSpPr txBox="1"/>
            <p:nvPr/>
          </p:nvSpPr>
          <p:spPr>
            <a:xfrm>
              <a:off x="6763" y="2418"/>
              <a:ext cx="5102" cy="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スケジュール</a:t>
              </a:r>
              <a:endPara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1"/>
            <p:cNvSpPr txBox="1"/>
            <p:nvPr/>
          </p:nvSpPr>
          <p:spPr>
            <a:xfrm>
              <a:off x="5674" y="2436"/>
              <a:ext cx="1284" cy="1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96" name="Google Shape;396;p51"/>
            <p:cNvCxnSpPr/>
            <p:nvPr/>
          </p:nvCxnSpPr>
          <p:spPr>
            <a:xfrm rot="10800000">
              <a:off x="5674" y="3383"/>
              <a:ext cx="1701" cy="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97" name="Google Shape;397;p51"/>
          <p:cNvGrpSpPr/>
          <p:nvPr/>
        </p:nvGrpSpPr>
        <p:grpSpPr>
          <a:xfrm>
            <a:off x="1226185" y="4890770"/>
            <a:ext cx="3931285" cy="779780"/>
            <a:chOff x="5674" y="2418"/>
            <a:chExt cx="6191" cy="1228"/>
          </a:xfrm>
        </p:grpSpPr>
        <p:sp>
          <p:nvSpPr>
            <p:cNvPr id="398" name="Google Shape;398;p51"/>
            <p:cNvSpPr txBox="1"/>
            <p:nvPr/>
          </p:nvSpPr>
          <p:spPr>
            <a:xfrm>
              <a:off x="6763" y="2418"/>
              <a:ext cx="5102" cy="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機能一覧</a:t>
              </a:r>
              <a:endPara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1"/>
            <p:cNvSpPr txBox="1"/>
            <p:nvPr/>
          </p:nvSpPr>
          <p:spPr>
            <a:xfrm>
              <a:off x="5674" y="2436"/>
              <a:ext cx="1284" cy="1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00" name="Google Shape;400;p51"/>
            <p:cNvCxnSpPr/>
            <p:nvPr/>
          </p:nvCxnSpPr>
          <p:spPr>
            <a:xfrm rot="10800000">
              <a:off x="5674" y="3383"/>
              <a:ext cx="1701" cy="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01" name="Google Shape;401;p51"/>
          <p:cNvGrpSpPr/>
          <p:nvPr/>
        </p:nvGrpSpPr>
        <p:grpSpPr>
          <a:xfrm>
            <a:off x="1226185" y="5895340"/>
            <a:ext cx="3931285" cy="779780"/>
            <a:chOff x="5674" y="2418"/>
            <a:chExt cx="6191" cy="1228"/>
          </a:xfrm>
        </p:grpSpPr>
        <p:sp>
          <p:nvSpPr>
            <p:cNvPr id="402" name="Google Shape;402;p51"/>
            <p:cNvSpPr txBox="1"/>
            <p:nvPr/>
          </p:nvSpPr>
          <p:spPr>
            <a:xfrm>
              <a:off x="6763" y="2418"/>
              <a:ext cx="5102" cy="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基本設計</a:t>
              </a:r>
              <a:endPara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51"/>
            <p:cNvSpPr txBox="1"/>
            <p:nvPr/>
          </p:nvSpPr>
          <p:spPr>
            <a:xfrm>
              <a:off x="5674" y="2436"/>
              <a:ext cx="1284" cy="1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1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04" name="Google Shape;404;p51"/>
            <p:cNvCxnSpPr/>
            <p:nvPr/>
          </p:nvCxnSpPr>
          <p:spPr>
            <a:xfrm rot="10800000">
              <a:off x="5674" y="3383"/>
              <a:ext cx="1701" cy="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05" name="Google Shape;405;p51"/>
          <p:cNvGrpSpPr/>
          <p:nvPr/>
        </p:nvGrpSpPr>
        <p:grpSpPr>
          <a:xfrm>
            <a:off x="6334760" y="1781810"/>
            <a:ext cx="3931285" cy="779780"/>
            <a:chOff x="5674" y="2418"/>
            <a:chExt cx="6191" cy="1228"/>
          </a:xfrm>
        </p:grpSpPr>
        <p:sp>
          <p:nvSpPr>
            <p:cNvPr id="406" name="Google Shape;406;p51"/>
            <p:cNvSpPr txBox="1"/>
            <p:nvPr/>
          </p:nvSpPr>
          <p:spPr>
            <a:xfrm>
              <a:off x="6763" y="2418"/>
              <a:ext cx="5102" cy="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テスト</a:t>
              </a:r>
              <a:endPara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51"/>
            <p:cNvSpPr txBox="1"/>
            <p:nvPr/>
          </p:nvSpPr>
          <p:spPr>
            <a:xfrm>
              <a:off x="5674" y="2436"/>
              <a:ext cx="1284" cy="1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b="1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08" name="Google Shape;408;p51"/>
            <p:cNvCxnSpPr/>
            <p:nvPr/>
          </p:nvCxnSpPr>
          <p:spPr>
            <a:xfrm rot="10800000">
              <a:off x="5674" y="3383"/>
              <a:ext cx="1701" cy="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09" name="Google Shape;409;p51"/>
          <p:cNvGrpSpPr/>
          <p:nvPr/>
        </p:nvGrpSpPr>
        <p:grpSpPr>
          <a:xfrm>
            <a:off x="6334760" y="2799080"/>
            <a:ext cx="3931285" cy="779780"/>
            <a:chOff x="5674" y="2418"/>
            <a:chExt cx="6191" cy="1228"/>
          </a:xfrm>
        </p:grpSpPr>
        <p:sp>
          <p:nvSpPr>
            <p:cNvPr id="410" name="Google Shape;410;p51"/>
            <p:cNvSpPr txBox="1"/>
            <p:nvPr/>
          </p:nvSpPr>
          <p:spPr>
            <a:xfrm>
              <a:off x="6763" y="2418"/>
              <a:ext cx="5102" cy="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苦労と反省</a:t>
              </a:r>
              <a:endPara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1"/>
            <p:cNvSpPr txBox="1"/>
            <p:nvPr/>
          </p:nvSpPr>
          <p:spPr>
            <a:xfrm>
              <a:off x="5674" y="2436"/>
              <a:ext cx="1284" cy="1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07</a:t>
              </a:r>
              <a:endParaRPr b="1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12" name="Google Shape;412;p51"/>
            <p:cNvCxnSpPr/>
            <p:nvPr/>
          </p:nvCxnSpPr>
          <p:spPr>
            <a:xfrm rot="10800000">
              <a:off x="5674" y="3383"/>
              <a:ext cx="1701" cy="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13" name="Google Shape;413;p51"/>
          <p:cNvGrpSpPr/>
          <p:nvPr/>
        </p:nvGrpSpPr>
        <p:grpSpPr>
          <a:xfrm>
            <a:off x="6334760" y="3844925"/>
            <a:ext cx="3931285" cy="779780"/>
            <a:chOff x="5674" y="2418"/>
            <a:chExt cx="6191" cy="1228"/>
          </a:xfrm>
        </p:grpSpPr>
        <p:sp>
          <p:nvSpPr>
            <p:cNvPr id="414" name="Google Shape;414;p51"/>
            <p:cNvSpPr txBox="1"/>
            <p:nvPr/>
          </p:nvSpPr>
          <p:spPr>
            <a:xfrm>
              <a:off x="6763" y="2418"/>
              <a:ext cx="5102" cy="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改善</a:t>
              </a:r>
              <a:endPara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51"/>
            <p:cNvSpPr txBox="1"/>
            <p:nvPr/>
          </p:nvSpPr>
          <p:spPr>
            <a:xfrm>
              <a:off x="5674" y="2436"/>
              <a:ext cx="1284" cy="1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08</a:t>
              </a:r>
              <a:endParaRPr b="1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16" name="Google Shape;416;p51"/>
            <p:cNvCxnSpPr/>
            <p:nvPr/>
          </p:nvCxnSpPr>
          <p:spPr>
            <a:xfrm rot="10800000">
              <a:off x="5674" y="3383"/>
              <a:ext cx="1701" cy="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