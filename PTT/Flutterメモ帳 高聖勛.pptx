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皆様、こんにちは。高聖勛と申します。これから課題を発表させていただきます。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1f4fa330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c1f4fa330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1f4fa330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1f4fa330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こちらは、開発環境＆開発言語です。まず、フロントエンドについてお話しします。このアプリケーションはFlutterをフレームワークとして使用しています。 Express:nodejs フレームワーク　　Axiosアクシオス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197b292a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197b292a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2884cb99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2884cb9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まず、私が最も力を入れて作成した機能を紹介したいと思います。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私は世界で最強のIT企業はアップルだと思います。アップルが開発したメモ帳の機能の中で、最もすごいのはiCloudだと考えています。iCloudはいつでもどこでもデータを同期できるので、課題のメモアプリを開発し始めた時から、同様の機能を追加したいと思っています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2884cb99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2884cb99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機能を実現するために、私はAWSのEC2をサーバーとして使用し、その中にMySQLをクラウドデータベースとしてインストールしました。また、Node.jsを使用して、サーバーとアプリケーション間の通信を実現しました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1f4fa330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1f4fa330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こちらはデータベースの仕様です。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197b292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197b292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1f4fa330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1f4fa330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続いてはデモンストレーションです。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次に、AI検索機能について紹介したいと思います。その前に、私の処理プロセスについて説明させていただきます。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2884cb99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2884cb9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今、AI技術は急速（きゅうそく）に発展しており、AI関連の技術はすでに多くの人々の生活に浸透（しんとう）しています。次に、私が開発したアプリにおける三つのAI機能について紹介します。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2884cb9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72884cb9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ず紹介するのは、AI訂正機能です。私は外国人として、日本語を使う際に時々間違えることがあります。そのため、AI訂正機能を開発しました。この機能は、私が書いた間違ったところを修正し、その内容をメモ帳に保存することができます。これから実際の操作を始めます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2884cb99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2884cb99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次に、Chat To メモGPTという機能について紹介します。私は普段、よくChatGPTを使いますが、時々その答えを保存したいことがあります。通常の操作は、答えの内容を選択してコピーし、メモ帳を開いて貼り付けて保存します。しかし、今ではこの「Chat ToメモGPT」を使って直接実現できます。次に、実際の操作を始めます。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2884cb99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2884cb9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最後、AI検索機能について紹介したいと思います。その前に、私の処理プロセスについて説明させていただきます。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0fa1bd4a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e0fa1bd4a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例を挙げます。今、メモ帳に「明天和王一起吃饭」というメモを保存しました。そして、AI検索の入力欄に「明日何の予定ありますか」と入力してエンターキーを押すと、APIが呼び出され、このテキストがサーバーに送信されます。サーバーがデータを受け取ると、Pythonプログラム（spaCy スペイシー）を呼び出します。これは自然言語処理ツールです、入力された文を単語に分解します。この場合、「明日」、「何」、「予定」のように分解されます。その後、サーバーはこれらの単語を元にデータベースを検索し、関連するデータを探し出します。検索結果はFlutterに送られ、メモリストとして表示されます。同時に、これらの単語と入力された質問、そしてシステムのプロンプトをGPT-3.5-turboモデルに送信します。GPTからの答えを受け取った後、そのデータをFlutterに送信し、AIの答えとして表示されます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bd384aa8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bd384aa8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bd384aa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bd384aa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​​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c1f80d24c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c1f80d24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ご清聴ありがとうございました。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54.64.154.0:300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54.64.154.0:3000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52.196.183.166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Flutterメモ帳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高 聖勛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機能一覧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853850"/>
            <a:ext cx="7688700" cy="32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WebとAndroid同時に使える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Webアプリ　ログイン機能（nginx）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メモを作成</a:t>
            </a:r>
            <a:r>
              <a:rPr b="1" lang="ja" sz="1500"/>
              <a:t>、編集</a:t>
            </a:r>
            <a:r>
              <a:rPr b="1" lang="ja" sz="1500"/>
              <a:t>（リッチテキストエディタを使う）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メモを削除（論理削除、物理削除）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複数の画像、ビデオをメモに挿入可能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メモリスト（日付による昇順、降順）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メモを検索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複数のデバイス間でメモを同期する（画像、ビデオも可能）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AI訂正（日本語に設定される）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Chat To メモ GPT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AI検索</a:t>
            </a:r>
            <a:endParaRPr b="1" sz="1500"/>
          </a:p>
          <a:p>
            <a:pPr indent="-30956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ja" sz="1500"/>
              <a:t>ダークモード（システムモードに従うことができる）</a:t>
            </a:r>
            <a:endParaRPr b="1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開発環境＆開発言語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66575" y="1853850"/>
            <a:ext cx="7688700" cy="32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92"/>
              <a:t>フロントエンド:</a:t>
            </a:r>
            <a:endParaRPr b="1"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フレームワーク：Flutter</a:t>
            </a:r>
            <a:endParaRPr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プログラミング言語：Dart</a:t>
            </a:r>
            <a:endParaRPr sz="1292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292"/>
              <a:t>バックエンド:</a:t>
            </a:r>
            <a:endParaRPr b="1"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サーバー：AWS EC2 (Linux)</a:t>
            </a:r>
            <a:endParaRPr sz="1292"/>
          </a:p>
          <a:p>
            <a:pPr indent="4572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ja" sz="1292"/>
              <a:t>　(Express、Axios、Multer、dotenv、pool…)</a:t>
            </a:r>
            <a:endParaRPr sz="1292"/>
          </a:p>
          <a:p>
            <a:pPr indent="4572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Python：一部のバックエンドロジックを処理 (spaCy)</a:t>
            </a:r>
            <a:endParaRPr sz="1292"/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292"/>
              <a:t>データベース:</a:t>
            </a:r>
            <a:endParaRPr b="1"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クラウドデータベース：</a:t>
            </a:r>
            <a:r>
              <a:rPr lang="ja" sz="1292"/>
              <a:t>MySQL 8.0.36</a:t>
            </a:r>
            <a:endParaRPr sz="1292"/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ローカルデータベース（androidのみ）：</a:t>
            </a:r>
            <a:r>
              <a:rPr lang="ja" sz="1292"/>
              <a:t>SQLite</a:t>
            </a:r>
            <a:endParaRPr sz="1292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292"/>
              <a:t>Webアプリ:</a:t>
            </a:r>
            <a:endParaRPr b="1"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92"/>
              <a:t>AWS　EC２</a:t>
            </a:r>
            <a:endParaRPr sz="1292"/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292"/>
              <a:t>Nginxを使用してホスティング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4294967295" type="ctrTitle"/>
          </p:nvPr>
        </p:nvSpPr>
        <p:spPr>
          <a:xfrm>
            <a:off x="2544000" y="1602150"/>
            <a:ext cx="4056000" cy="9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4800">
                <a:latin typeface="Arial"/>
                <a:ea typeface="Arial"/>
                <a:cs typeface="Arial"/>
                <a:sym typeface="Arial"/>
              </a:rPr>
              <a:t>データ同期</a:t>
            </a:r>
            <a:endParaRPr sz="7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238" y="2940150"/>
            <a:ext cx="30575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Apple Inc.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2725" y="1108675"/>
            <a:ext cx="918041" cy="11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7725" y="2893725"/>
            <a:ext cx="1851550" cy="18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ctrTitle"/>
          </p:nvPr>
        </p:nvSpPr>
        <p:spPr>
          <a:xfrm>
            <a:off x="2544000" y="1602150"/>
            <a:ext cx="4056000" cy="9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AWS EC2</a:t>
            </a:r>
            <a:endParaRPr sz="5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 txBox="1"/>
          <p:nvPr>
            <p:ph type="ctrTitle"/>
          </p:nvPr>
        </p:nvSpPr>
        <p:spPr>
          <a:xfrm>
            <a:off x="1781650" y="2987150"/>
            <a:ext cx="19293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MySQL</a:t>
            </a:r>
            <a:endParaRPr sz="5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/>
          <p:nvPr>
            <p:ph type="ctrTitle"/>
          </p:nvPr>
        </p:nvSpPr>
        <p:spPr>
          <a:xfrm>
            <a:off x="5828575" y="2987150"/>
            <a:ext cx="19293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Node.js</a:t>
            </a:r>
            <a:endParaRPr sz="5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27775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基本設計 </a:t>
            </a:r>
            <a:r>
              <a:rPr b="0" lang="ja"/>
              <a:t>(データベースの仕様)</a:t>
            </a:r>
            <a:endParaRPr b="0"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7500" y="2571750"/>
            <a:ext cx="38445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クラウドデータベース(MySQL)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スキーマ名：flutter_db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テーブル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MemoApp</a:t>
            </a:r>
            <a:r>
              <a:rPr b="1" lang="ja"/>
              <a:t>:</a:t>
            </a:r>
            <a:r>
              <a:rPr lang="ja"/>
              <a:t>メモ帳のデータを格納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/>
              <a:t>DeMemo:</a:t>
            </a:r>
            <a:r>
              <a:rPr lang="ja"/>
              <a:t>削除されたメモ帳のデータを格納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771975" y="2571750"/>
            <a:ext cx="38445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ローカル</a:t>
            </a:r>
            <a:r>
              <a:rPr b="1" lang="ja"/>
              <a:t>データベース(SQLite)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スキーマ名：flutter_db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テーブル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/>
              <a:t>MemoApp:</a:t>
            </a:r>
            <a:r>
              <a:rPr lang="ja"/>
              <a:t>メモ帳のデータを格納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7719800" y="1469200"/>
            <a:ext cx="1208200" cy="6292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メモリスト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20"/>
          <p:cNvSpPr/>
          <p:nvPr/>
        </p:nvSpPr>
        <p:spPr>
          <a:xfrm rot="-1533813">
            <a:off x="2070230" y="1568618"/>
            <a:ext cx="752239" cy="2597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0"/>
          <p:cNvSpPr/>
          <p:nvPr/>
        </p:nvSpPr>
        <p:spPr>
          <a:xfrm rot="1155074">
            <a:off x="2089295" y="2051296"/>
            <a:ext cx="752477" cy="2599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3066125" y="884600"/>
            <a:ext cx="943875" cy="6839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ローカル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3066125" y="2148613"/>
            <a:ext cx="943875" cy="6839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クラウド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895550" y="1419050"/>
            <a:ext cx="2132500" cy="7295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サーバー接続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" name="Google Shape;137;p20"/>
          <p:cNvCxnSpPr>
            <a:stCxn id="136" idx="0"/>
            <a:endCxn id="134" idx="4"/>
          </p:cNvCxnSpPr>
          <p:nvPr/>
        </p:nvCxnSpPr>
        <p:spPr>
          <a:xfrm flipH="1" rot="5400000">
            <a:off x="4889600" y="346850"/>
            <a:ext cx="192600" cy="195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0"/>
          <p:cNvCxnSpPr>
            <a:stCxn id="136" idx="2"/>
            <a:endCxn id="135" idx="4"/>
          </p:cNvCxnSpPr>
          <p:nvPr/>
        </p:nvCxnSpPr>
        <p:spPr>
          <a:xfrm rot="5400000">
            <a:off x="4814900" y="1343725"/>
            <a:ext cx="342000" cy="195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0"/>
          <p:cNvCxnSpPr>
            <a:stCxn id="131" idx="1"/>
            <a:endCxn id="136" idx="3"/>
          </p:cNvCxnSpPr>
          <p:nvPr/>
        </p:nvCxnSpPr>
        <p:spPr>
          <a:xfrm flipH="1">
            <a:off x="7028000" y="1783825"/>
            <a:ext cx="6918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0"/>
          <p:cNvSpPr txBox="1"/>
          <p:nvPr/>
        </p:nvSpPr>
        <p:spPr>
          <a:xfrm>
            <a:off x="4491450" y="884600"/>
            <a:ext cx="106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できない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452350" y="2189725"/>
            <a:ext cx="106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できる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-342525" y="2490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サーバー接続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 rot="-1598196">
            <a:off x="2089396" y="3558058"/>
            <a:ext cx="752124" cy="2594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3066125" y="3116063"/>
            <a:ext cx="943875" cy="6839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ローカル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-342512" y="44849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サーバー接続</a:t>
            </a:r>
            <a:r>
              <a:rPr lang="ja">
                <a:latin typeface="Lato"/>
                <a:ea typeface="Lato"/>
                <a:cs typeface="Lato"/>
                <a:sym typeface="Lato"/>
              </a:rPr>
              <a:t>できない</a:t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450000" y="1681875"/>
            <a:ext cx="1414975" cy="6292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新規、編集、削除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49988" y="3713250"/>
            <a:ext cx="1414975" cy="6292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新規、編集、削除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091925" y="4275863"/>
            <a:ext cx="943875" cy="6839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クラウド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0"/>
          <p:cNvSpPr/>
          <p:nvPr/>
        </p:nvSpPr>
        <p:spPr>
          <a:xfrm rot="1408657">
            <a:off x="2089413" y="4111483"/>
            <a:ext cx="752277" cy="259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0" name="Google Shape;150;p20"/>
          <p:cNvCxnSpPr/>
          <p:nvPr/>
        </p:nvCxnSpPr>
        <p:spPr>
          <a:xfrm>
            <a:off x="2224204" y="4009097"/>
            <a:ext cx="451200" cy="45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2210100" y="3994937"/>
            <a:ext cx="472500" cy="467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0"/>
          <p:cNvSpPr/>
          <p:nvPr/>
        </p:nvSpPr>
        <p:spPr>
          <a:xfrm>
            <a:off x="7719800" y="3713225"/>
            <a:ext cx="1208200" cy="6292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メモリスト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895550" y="3663075"/>
            <a:ext cx="2132500" cy="7295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サーバー接続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4" name="Google Shape;154;p20"/>
          <p:cNvCxnSpPr>
            <a:stCxn id="152" idx="1"/>
            <a:endCxn id="153" idx="3"/>
          </p:cNvCxnSpPr>
          <p:nvPr/>
        </p:nvCxnSpPr>
        <p:spPr>
          <a:xfrm flipH="1">
            <a:off x="7028000" y="4027850"/>
            <a:ext cx="6918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0"/>
          <p:cNvCxnSpPr/>
          <p:nvPr/>
        </p:nvCxnSpPr>
        <p:spPr>
          <a:xfrm flipH="1" rot="5400000">
            <a:off x="4889600" y="2578325"/>
            <a:ext cx="192600" cy="195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0"/>
          <p:cNvSpPr txBox="1"/>
          <p:nvPr/>
        </p:nvSpPr>
        <p:spPr>
          <a:xfrm>
            <a:off x="4491450" y="3116075"/>
            <a:ext cx="106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できない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445125" y="4275875"/>
            <a:ext cx="106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できる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8" name="Google Shape;158;p20"/>
          <p:cNvCxnSpPr>
            <a:stCxn id="153" idx="2"/>
            <a:endCxn id="148" idx="4"/>
          </p:cNvCxnSpPr>
          <p:nvPr/>
        </p:nvCxnSpPr>
        <p:spPr>
          <a:xfrm rot="5400000">
            <a:off x="4886150" y="3542300"/>
            <a:ext cx="225300" cy="192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0"/>
          <p:cNvSpPr/>
          <p:nvPr/>
        </p:nvSpPr>
        <p:spPr>
          <a:xfrm>
            <a:off x="3496363" y="3837850"/>
            <a:ext cx="135000" cy="4002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631375" y="3866900"/>
            <a:ext cx="7524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更新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画面説明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実際に動いてみましょう！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Webアプリ：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u="sng">
                <a:solidFill>
                  <a:schemeClr val="hlink"/>
                </a:solidFill>
                <a:hlinkClick r:id="rId3"/>
              </a:rPr>
              <a:t>http://52.196.183.166/</a:t>
            </a:r>
            <a:r>
              <a:rPr b="1" lang="ja"/>
              <a:t>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729450" y="1318650"/>
            <a:ext cx="7688700" cy="27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300"/>
              <a:t>AI</a:t>
            </a:r>
            <a:endParaRPr sz="7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9450" y="1318650"/>
            <a:ext cx="7688700" cy="27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300"/>
              <a:t>AI</a:t>
            </a:r>
            <a:r>
              <a:rPr lang="ja" sz="7300"/>
              <a:t>訂正</a:t>
            </a:r>
            <a:endParaRPr sz="7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729450" y="1318650"/>
            <a:ext cx="7688700" cy="27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300"/>
              <a:t>Chat To メモ GPT</a:t>
            </a:r>
            <a:endParaRPr sz="7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29450" y="1318650"/>
            <a:ext cx="7688700" cy="27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300"/>
              <a:t>AI</a:t>
            </a:r>
            <a:r>
              <a:rPr lang="ja" sz="7300"/>
              <a:t>検索</a:t>
            </a:r>
            <a:endParaRPr sz="7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539425" y="1961750"/>
            <a:ext cx="2255200" cy="6288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明日何の予定ありますか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2794625" y="2162888"/>
            <a:ext cx="1157100" cy="2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4064800" y="1853850"/>
            <a:ext cx="1232425" cy="8446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サーバー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(Node.js)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5410300" y="2162900"/>
            <a:ext cx="1157100" cy="2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680475" y="1853850"/>
            <a:ext cx="1924100" cy="8446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Python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(spaCy)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7516825" y="2749775"/>
            <a:ext cx="251400" cy="628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375" y="3429900"/>
            <a:ext cx="2992297" cy="8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 rot="7378164">
            <a:off x="5503789" y="2749763"/>
            <a:ext cx="251382" cy="628833"/>
          </a:xfrm>
          <a:prstGeom prst="downArrow">
            <a:avLst>
              <a:gd fmla="val 50000" name="adj1"/>
              <a:gd fmla="val 8830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6"/>
          <p:cNvSpPr/>
          <p:nvPr/>
        </p:nvSpPr>
        <p:spPr>
          <a:xfrm rot="2263867">
            <a:off x="3647312" y="2799002"/>
            <a:ext cx="251488" cy="6287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2794625" y="3353550"/>
            <a:ext cx="864325" cy="10312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DB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6"/>
          <p:cNvSpPr/>
          <p:nvPr/>
        </p:nvSpPr>
        <p:spPr>
          <a:xfrm rot="-8562384">
            <a:off x="3950635" y="2932181"/>
            <a:ext cx="251527" cy="6289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4366938" y="2787725"/>
            <a:ext cx="251400" cy="108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4027114" y="3958500"/>
            <a:ext cx="1307825" cy="905475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gpt-3.5-turbo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6"/>
          <p:cNvSpPr/>
          <p:nvPr/>
        </p:nvSpPr>
        <p:spPr>
          <a:xfrm rot="10800000">
            <a:off x="4706375" y="2787725"/>
            <a:ext cx="251400" cy="108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456925" y="3265525"/>
            <a:ext cx="1791950" cy="1207275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Lato"/>
                <a:ea typeface="Lato"/>
                <a:cs typeface="Lato"/>
                <a:sym typeface="Lato"/>
              </a:rPr>
              <a:t>Flutter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6"/>
          <p:cNvSpPr/>
          <p:nvPr/>
        </p:nvSpPr>
        <p:spPr>
          <a:xfrm rot="-1353577">
            <a:off x="2333816" y="2845046"/>
            <a:ext cx="1646055" cy="22647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6"/>
          <p:cNvSpPr/>
          <p:nvPr/>
        </p:nvSpPr>
        <p:spPr>
          <a:xfrm rot="-1353577">
            <a:off x="2115541" y="2696471"/>
            <a:ext cx="1646055" cy="22647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苦労した点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初めてFlutterを使って開発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APIとFlutterの同時開発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データ同期（画像とビデオ）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デザイン設計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改善点・課題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デザイン設計。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サーバーでアップロードしたファイルをメモを削除した後自動削除。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AI訂正　画像とビデオを認識できるようにする。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ユーザー新規登録、ログイン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保守、運用、バグを見つける、修正する。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ctrTitle"/>
          </p:nvPr>
        </p:nvSpPr>
        <p:spPr>
          <a:xfrm>
            <a:off x="729450" y="17394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/>
              <a:t>ご清聴ありがとうございました！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